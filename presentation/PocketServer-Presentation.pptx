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서랍 속 스마트폰이
</a:t>
            </a:r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EB0028"/>
                </a:solidFill>
              </a:rPr>
              <a:t>나만의 서버</a:t>
            </a:r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가 됩니다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PocketServer — 구형 스마트폰을 리눅스 서버로 변환하는 원클릭 앱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B0028"/>
                </a:solidFill>
              </a:rPr>
              <a:t>수억 대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전 세계 구형 스마트폰이</a:t>
            </a:r>
            <a:endParaRPr lang="en-US" sz="2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서랍 속에 잠들어 있습니다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ARM 4-8코어 · 3-4GB RAM · WiFi · 소비전력 5W 미만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그 스마트폰은
</a:t>
            </a:r>
            <a:pPr algn="ctr" indent="0" marL="0">
              <a:lnSpc>
                <a:spcPct val="140000"/>
              </a:lnSpc>
              <a:buNone/>
            </a:pPr>
            <a:r>
              <a:rPr lang="en-US" sz="4800" b="1" dirty="0">
                <a:solidFill>
                  <a:srgbClr val="EB0028"/>
                </a:solidFill>
              </a:rPr>
              <a:t>충분히 강력합니다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99999"/>
                </a:solidFill>
              </a:rPr>
              <a:t>AI 에이전트, 웹서버, 자동화 도구를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99999"/>
                </a:solidFill>
              </a:rPr>
              <a:t>24시간 돌릴 수 있는 성능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EB0028"/>
                </a:solidFill>
              </a:rPr>
              <a:t>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PocketServer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CCCCCC"/>
                </a:solidFill>
              </a:rPr>
              <a:t>버튼 하나로 구형 스마트폰을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CCCCCC"/>
                </a:solidFill>
              </a:rPr>
              <a:t>Ubuntu 리눅스 서버로 변환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2-App </a:t>
            </a:r>
            <a:pPr algn="ctr" indent="0" marL="0">
              <a:buNone/>
            </a:pPr>
            <a:r>
              <a:rPr lang="en-US" sz="2800" b="1" dirty="0">
                <a:solidFill>
                  <a:srgbClr val="EB0028"/>
                </a:solidFill>
              </a:rPr>
              <a:t>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PocketMonitor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Google Play Store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디바이스 헬스 모니터링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서버 상태 대시보드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일일 안전 리포트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AdMob 광고 수익화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Play Store 정책 100% 준수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PocketEngine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사이드로드 (Firebase Hosting)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원클릭 Ubuntu 24.04 설치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Dropbear SSH 서버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7계층 Keep-Alive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백그라운드 상시 가동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0028"/>
                </a:solidFill>
              </a:rPr>
              <a:t>광고 없음 · 완전 무료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B0028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디바이스 건강을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한눈에 파악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99999"/>
                </a:solidFill>
              </a:rPr>
              <a:t>CPU, 메모리, 온도, 저장공간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99999"/>
                </a:solidFill>
              </a:rPr>
              <a:t>실시간 모니터링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99999"/>
                </a:solidFill>
              </a:rPr>
              <a:t>건강 점수 0-100 알고리즘</a:t>
            </a:r>
            <a:endParaRPr lang="en-US" sz="1400" dirty="0"/>
          </a:p>
        </p:txBody>
      </p:sp>
      <p:pic>
        <p:nvPicPr>
          <p:cNvPr id="5" name="Image 0" descr="D:\010 Web Applicaton\android_linux\presentation\playstore-screenshot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274320"/>
            <a:ext cx="2926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010 Web Applicaton\android_linux\presentation\engine-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74320"/>
            <a:ext cx="292608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89120" y="731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B0028"/>
                </a:solidFill>
              </a:rPr>
              <a:t>ONE-CLICK SETUP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389120" y="11887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버튼 하나로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서버 설치 완료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389120" y="274320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99999"/>
                </a:solidFill>
              </a:rPr>
              <a:t>사양 자동 검사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99999"/>
                </a:solidFill>
              </a:rPr>
              <a:t>Ubuntu 24.04 LTS 설치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99999"/>
                </a:solidFill>
              </a:rPr>
              <a:t>Dropbear SSH 자동 설정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99999"/>
                </a:solidFill>
              </a:rPr>
              <a:t>약 3분 소요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B0028"/>
                </a:solidFill>
              </a:rPr>
              <a:t>7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계층 Keep-Alive 시스템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1152144"/>
            <a:ext cx="301752" cy="301752"/>
          </a:xfrm>
          <a:prstGeom prst="ellipse">
            <a:avLst/>
          </a:prstGeom>
          <a:solidFill>
            <a:srgbClr val="EB0028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1521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Foreground Service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0" y="1097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OS 프로세스 보호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60020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1655064"/>
            <a:ext cx="301752" cy="301752"/>
          </a:xfrm>
          <a:prstGeom prst="ellipse">
            <a:avLst/>
          </a:prstGeom>
          <a:solidFill>
            <a:srgbClr val="EB0028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65506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Wake Lock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600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화면 꺼져도 CPU 유지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210312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1554480" y="2157984"/>
            <a:ext cx="301752" cy="301752"/>
          </a:xfrm>
          <a:prstGeom prst="ellipse">
            <a:avLst/>
          </a:prstGeom>
          <a:solidFill>
            <a:srgbClr val="EB0028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215798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WiFi Lock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네트워크 상시 연결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260604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2660904"/>
            <a:ext cx="301752" cy="301752"/>
          </a:xfrm>
          <a:prstGeom prst="ellipse">
            <a:avLst/>
          </a:prstGeom>
          <a:solidFill>
            <a:srgbClr val="EB0028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266090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Battery Optimization Exempt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2606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Doze 모드 우회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0" y="310896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1554480" y="3163824"/>
            <a:ext cx="301752" cy="301752"/>
          </a:xfrm>
          <a:prstGeom prst="ellipse">
            <a:avLst/>
          </a:prstGeom>
          <a:solidFill>
            <a:srgbClr val="EB0028"/>
          </a:solidFill>
          <a:ln/>
        </p:spPr>
      </p:sp>
      <p:sp>
        <p:nvSpPr>
          <p:cNvPr id="25" name="Text 23"/>
          <p:cNvSpPr/>
          <p:nvPr/>
        </p:nvSpPr>
        <p:spPr>
          <a:xfrm>
            <a:off x="1554480" y="316382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Auto Restart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종료 시 자동 재시작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0" y="361188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29" name="Shape 27"/>
          <p:cNvSpPr/>
          <p:nvPr/>
        </p:nvSpPr>
        <p:spPr>
          <a:xfrm>
            <a:off x="1554480" y="3666744"/>
            <a:ext cx="301752" cy="301752"/>
          </a:xfrm>
          <a:prstGeom prst="ellipse">
            <a:avLst/>
          </a:prstGeom>
          <a:solidFill>
            <a:srgbClr val="EB0028"/>
          </a:solidFill>
          <a:ln/>
        </p:spPr>
      </p:sp>
      <p:sp>
        <p:nvSpPr>
          <p:cNvPr id="30" name="Text 28"/>
          <p:cNvSpPr/>
          <p:nvPr/>
        </p:nvSpPr>
        <p:spPr>
          <a:xfrm>
            <a:off x="1554480" y="36667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Boot Receiver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1208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재부팅 시 자동 시작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71600" y="411480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1554480" y="4169664"/>
            <a:ext cx="301752" cy="301752"/>
          </a:xfrm>
          <a:prstGeom prst="ellipse">
            <a:avLst/>
          </a:prstGeom>
          <a:solidFill>
            <a:srgbClr val="EB0028"/>
          </a:solidFill>
          <a:ln/>
        </p:spPr>
      </p:sp>
      <p:sp>
        <p:nvSpPr>
          <p:cNvPr id="35" name="Text 33"/>
          <p:cNvSpPr/>
          <p:nvPr/>
        </p:nvSpPr>
        <p:spPr>
          <a:xfrm>
            <a:off x="1554480" y="416966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011680" y="4114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Manufacturer Optimization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삼성/샤오미/화웨이 대응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안전이 </a:t>
            </a:r>
            <a:pPr algn="ctr" indent="0" marL="0">
              <a:buNone/>
            </a:pPr>
            <a:r>
              <a:rPr lang="en-US" sz="3600" b="1" dirty="0">
                <a:solidFill>
                  <a:srgbClr val="EB0028"/>
                </a:solidFill>
              </a:rPr>
              <a:t>최우선</a:t>
            </a:r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입니다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28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</a:rPr>
              <a:t>40°C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정상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서버 정상 가동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164592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828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45°C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주의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푸시 알림 경고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828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B0028"/>
                </a:solidFill>
              </a:rPr>
              <a:t>50°C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자동 정지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서버 즉시 중단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온도 복귀 시 재시작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비용 비교 — </a:t>
            </a:r>
            <a:pPr algn="ctr" indent="0" marL="0">
              <a:buNone/>
            </a:pPr>
            <a:r>
              <a:rPr lang="en-US" sz="2800" b="1" dirty="0">
                <a:solidFill>
                  <a:srgbClr val="EB0028"/>
                </a:solidFill>
              </a:rPr>
              <a:t>연간 기준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솔루션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하드웨어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월 비용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연간 총비용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PocketServer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$0 (구형폰)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$0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B0028"/>
                          </a:solidFill>
                        </a:rPr>
                        <a:t>$0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</a:rPr>
                        <a:t>VPS (클라우드)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</a:rPr>
                        <a:t>$0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strike="sngStrike" dirty="0">
                          <a:solidFill>
                            <a:srgbClr val="666666"/>
                          </a:solidFill>
                        </a:rPr>
                        <a:t>$4-6/월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strike="sngStrike" dirty="0">
                          <a:solidFill>
                            <a:srgbClr val="666666"/>
                          </a:solidFill>
                        </a:rPr>
                        <a:t>$48-72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</a:rPr>
                        <a:t>Raspberry Pi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strike="sngStrike" dirty="0">
                          <a:solidFill>
                            <a:srgbClr val="666666"/>
                          </a:solidFill>
                        </a:rPr>
                        <a:t>$50-100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</a:rPr>
                        <a:t>~$1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strike="sngStrike" dirty="0">
                          <a:solidFill>
                            <a:srgbClr val="666666"/>
                          </a:solidFill>
                        </a:rPr>
                        <a:t>$62-112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무엇이든 </a:t>
            </a:r>
            <a:pPr algn="ctr" indent="0" marL="0">
              <a:buNone/>
            </a:pPr>
            <a:r>
              <a:rPr lang="en-US" sz="2800" b="1" dirty="0">
                <a:solidFill>
                  <a:srgbClr val="EB0028"/>
                </a:solidFill>
              </a:rPr>
              <a:t>설치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할 수 있습니다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에이전트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PicoClaw, OpenClaw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24시간 자동 응답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자동화 도구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n8n, Dify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워크플로우 자동화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웹 서버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바이브코딩 웹앱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개인 포트폴리오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1089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개발 서버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Git, Node.js, Python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테스트 환경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31089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스마트홈 허브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Home Assistant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IoT 제어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31089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파일 서버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504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개인 클라우드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NAS 대용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서랍 속 스마트폰을
</a:t>
            </a:r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EB0028"/>
                </a:solidFill>
              </a:rPr>
              <a:t>깨워주세요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99999"/>
                </a:solidFill>
              </a:rPr>
              <a:t>PocketMonitor — Google Play Store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99999"/>
                </a:solidFill>
              </a:rPr>
              <a:t>PocketEngine — pocket-server-palank.web.app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전 기능 무료 · 광고만으로 운영 · 추가 비용 $0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PocketServer - 서랍 속 스마트폰이 나만의 서버가 됩니다</dc:title>
  <dc:subject>PptxGenJS Presentation</dc:subject>
  <dc:creator>PocketServer Team</dc:creator>
  <cp:lastModifiedBy>PocketServer Team</cp:lastModifiedBy>
  <cp:revision>1</cp:revision>
  <dcterms:created xsi:type="dcterms:W3CDTF">2026-02-16T09:59:16Z</dcterms:created>
  <dcterms:modified xsi:type="dcterms:W3CDTF">2026-02-16T09:59:16Z</dcterms:modified>
</cp:coreProperties>
</file>